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c815c960-7eb2-cc1c-fd36-24f7802fea57}">
          <p14:sldIdLst>
            <p14:sldId id="256"/>
            <p14:sldId id="257"/>
          </p14:sldIdLst>
        </p14:section>
        <p14:section name="L'étude" id="{b36a861b-da11-732a-ab57-49d4e1a1f1dd}">
          <p14:sldIdLst>
            <p14:sldId id="258"/>
            <p14:sldId id="259"/>
            <p14:sldId id="260"/>
          </p14:sldIdLst>
        </p14:section>
        <p14:section name="Le questionnaire" id="{8178e7f0-f949-9acd-a485-ebe230ea14b4}">
          <p14:sldIdLst>
            <p14:sldId id="261"/>
            <p14:sldId id="262"/>
            <p14:sldId id="263"/>
            <p14:sldId id="264"/>
            <p14:sldId id="265"/>
          </p14:sldIdLst>
        </p14:section>
        <p14:section name="Section par section" id="{94b350ab-ef91-6e41-63a8-735fbbad665f}">
          <p14:sldIdLst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</p14:sldIdLst>
        </p14:section>
        <p14:section name="Points de vigilance" id="{4e04fdff-1a04-a06f-f754-4f5efb01ba18}">
          <p14:sldIdLst>
            <p14:sldId id="277"/>
            <p14:sldId id="278"/>
            <p14:sldId id="279"/>
            <p14:sldId id="280"/>
            <p14:sldId id="281"/>
            <p14:sldId id="282"/>
          </p14:sldIdLst>
        </p14:section>
        <p14:section name="Conclusion" id="{d5da668b-854f-7759-f092-54017f1cf024}">
          <p14:sldIdLst>
            <p14:sldId id="28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UVERTURE">
    <p:bg>
      <p:bgPr>
        <a:solidFill>
          <a:srgbClr val="192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datatym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48640"/>
            <a:ext cx="3001078" cy="566928"/>
          </a:xfrm>
          <a:prstGeom prst="rect">
            <a:avLst/>
          </a:prstGeom>
        </p:spPr>
      </p:pic>
      <p:pic>
        <p:nvPicPr>
          <p:cNvPr id="3" name="Image 1" descr="logo_hc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2414" y="548640"/>
            <a:ext cx="3039201" cy="566928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title" hasCustomPrompt="1"/>
          </p:nvPr>
        </p:nvSpPr>
        <p:spPr>
          <a:xfrm>
            <a:off x="640080" y="2148840"/>
            <a:ext cx="731520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40080" y="4160520"/>
            <a:ext cx="74980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E0B61F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ERCALAIRE">
    <p:bg>
      <p:bgPr>
        <a:solidFill>
          <a:srgbClr val="192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datatym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943600"/>
            <a:ext cx="2032988" cy="384048"/>
          </a:xfrm>
          <a:prstGeom prst="rect">
            <a:avLst/>
          </a:prstGeom>
        </p:spPr>
      </p:pic>
      <p:pic>
        <p:nvPicPr>
          <p:cNvPr id="3" name="Image 1" descr="logo_hc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2801" y="5943600"/>
            <a:ext cx="2058814" cy="384048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title" hasCustomPrompt="1"/>
          </p:nvPr>
        </p:nvSpPr>
        <p:spPr>
          <a:xfrm>
            <a:off x="640080" y="2743200"/>
            <a:ext cx="77724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40080" y="3840480"/>
            <a:ext cx="77724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9D6EA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datatym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06876" y="384048"/>
            <a:ext cx="1936179" cy="36576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92608"/>
            <a:ext cx="8778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pic>
        <p:nvPicPr>
          <p:cNvPr id="4" name="Image 1" descr="logo_hc_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55080"/>
            <a:ext cx="1470581" cy="27432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2062145" y="638251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{{pied}}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82512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82512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Datatym Formation">
  <a:themeElements>
    <a:clrScheme name="Datatym Formation">
      <a:dk1>
        <a:srgbClr val="1F2937"/>
      </a:dk1>
      <a:lt1>
        <a:srgbClr val="FFFFFF"/>
      </a:lt1>
      <a:dk2>
        <a:srgbClr val="19243E"/>
      </a:dk2>
      <a:lt2>
        <a:srgbClr val="EEF4FB"/>
      </a:lt2>
      <a:accent1>
        <a:srgbClr val="0087E0"/>
      </a:accent1>
      <a:accent2>
        <a:srgbClr val="E0B61F"/>
      </a:accent2>
      <a:accent3>
        <a:srgbClr val="19243E"/>
      </a:accent3>
      <a:accent4>
        <a:srgbClr val="5AB0F0"/>
      </a:accent4>
      <a:accent5>
        <a:srgbClr val="8A6A00"/>
      </a:accent5>
      <a:accent6>
        <a:srgbClr val="B91C1C"/>
      </a:accent6>
      <a:hlink>
        <a:srgbClr val="2E4A7D"/>
      </a:hlink>
      <a:folHlink>
        <a:srgbClr val="6B7280"/>
      </a:folHlink>
    </a:clrScheme>
    <a:fontScheme name="Datatym Formation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DATATYM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Formation des enquêteurs - Baromètre IA &amp; Automatisation</dc:title>
  <dc:subject>PptxGenJS Presentation</dc:subject>
  <dc:creator>DATATYM</dc:creator>
  <cp:lastModifiedBy>DATATYM</cp:lastModifiedBy>
  <cp:revision>1</cp:revision>
  <dcterms:created xsi:type="dcterms:W3CDTF">2026-10-06T14:49:34Z</dcterms:created>
  <dcterms:modified xsi:type="dcterms:W3CDTF">2026-10-06T14:49:34Z</dcterms:modified>
</cp:coreProperties>
</file>